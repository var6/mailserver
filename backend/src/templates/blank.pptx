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2"/>
  </p:sldMasterIdLst>
  <p:sldIdLst>
    <p:sldId id="256" r:id="rId1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</p:sld>
</file>